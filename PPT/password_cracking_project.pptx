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236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b="1" dirty="0" smtClean="0"/>
              <a:t>Password </a:t>
            </a:r>
            <a:r>
              <a:rPr b="1" dirty="0"/>
              <a:t>Cracking &amp; Credential Attack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dirty="0" smtClean="0"/>
              <a:t>Project </a:t>
            </a:r>
            <a:r>
              <a:rPr dirty="0"/>
              <a:t>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Toolkit for password policy testing and credential security assessment.</a:t>
            </a:r>
          </a:p>
          <a:p>
            <a:r>
              <a:rPr dirty="0"/>
              <a:t>Focus on dictionary, brute-force, and hash-based attacks.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Practical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smtClean="0"/>
              <a:t>Account </a:t>
            </a:r>
            <a:r>
              <a:rPr dirty="0"/>
              <a:t>takeovers</a:t>
            </a:r>
          </a:p>
          <a:p>
            <a:r>
              <a:rPr dirty="0" smtClean="0"/>
              <a:t>Privilege </a:t>
            </a:r>
            <a:r>
              <a:rPr dirty="0"/>
              <a:t>escalation</a:t>
            </a:r>
          </a:p>
          <a:p>
            <a:r>
              <a:rPr dirty="0" smtClean="0"/>
              <a:t>Data </a:t>
            </a:r>
            <a:r>
              <a:rPr dirty="0"/>
              <a:t>breaches</a:t>
            </a:r>
          </a:p>
          <a:p>
            <a:r>
              <a:rPr dirty="0" smtClean="0"/>
              <a:t>Credential </a:t>
            </a:r>
            <a:r>
              <a:rPr dirty="0"/>
              <a:t>stuffing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Dictionary generator</a:t>
            </a:r>
          </a:p>
          <a:p>
            <a:r>
              <a:rPr dirty="0"/>
              <a:t> Hash extraction</a:t>
            </a:r>
          </a:p>
          <a:p>
            <a:r>
              <a:rPr dirty="0"/>
              <a:t> Brute-force simulation</a:t>
            </a:r>
          </a:p>
          <a:p>
            <a:r>
              <a:rPr dirty="0"/>
              <a:t> Password strength analysis</a:t>
            </a:r>
          </a:p>
          <a:p>
            <a:r>
              <a:rPr dirty="0"/>
              <a:t> Report generation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Project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Dictionary Generator, Hash Extraction, Brute-force Simulator, Password Analyzer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Dictionary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Custom wordlists</a:t>
            </a:r>
          </a:p>
          <a:p>
            <a:r>
              <a:t> Pattern-based generation</a:t>
            </a:r>
          </a:p>
          <a:p>
            <a:r>
              <a:t> Mutation rules (leet, numbers)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Hash Extraction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Linux /etc/shadow</a:t>
            </a:r>
          </a:p>
          <a:p>
            <a:r>
              <a:t> Windows SAM &amp; SYSTEM</a:t>
            </a:r>
          </a:p>
          <a:p>
            <a:r>
              <a:t> Identify hash types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Brute Force Simulator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Incremental attack</a:t>
            </a:r>
          </a:p>
          <a:p>
            <a:r>
              <a:t> Time estimation</a:t>
            </a:r>
          </a:p>
          <a:p>
            <a:r>
              <a:t> Controlled environment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Password Strength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Complexity check</a:t>
            </a:r>
          </a:p>
          <a:p>
            <a:r>
              <a:t> Entropy estimation</a:t>
            </a:r>
          </a:p>
          <a:p>
            <a:r>
              <a:t> Weakness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Report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Weak passwords</a:t>
            </a:r>
          </a:p>
          <a:p>
            <a:r>
              <a:t> Cracking time</a:t>
            </a:r>
          </a:p>
          <a:p>
            <a:r>
              <a:t> Risk analysis</a:t>
            </a:r>
          </a:p>
          <a:p>
            <a:r>
              <a:t> Mitigation steps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Python, Bash</a:t>
            </a:r>
          </a:p>
          <a:p>
            <a:r>
              <a:rPr dirty="0"/>
              <a:t> </a:t>
            </a:r>
            <a:r>
              <a:rPr dirty="0" err="1"/>
              <a:t>Hashlib</a:t>
            </a:r>
            <a:r>
              <a:rPr dirty="0"/>
              <a:t>, </a:t>
            </a:r>
            <a:r>
              <a:rPr dirty="0" err="1"/>
              <a:t>Passlib</a:t>
            </a:r>
            <a:endParaRPr dirty="0"/>
          </a:p>
          <a:p>
            <a:r>
              <a:rPr dirty="0"/>
              <a:t> </a:t>
            </a:r>
            <a:r>
              <a:rPr dirty="0" err="1"/>
              <a:t>Hashcat</a:t>
            </a:r>
            <a:r>
              <a:rPr dirty="0"/>
              <a:t> / John the Ripper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Techniques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 Team: Cracking, dictionary attacks</a:t>
            </a:r>
          </a:p>
          <a:p>
            <a:r>
              <a:t>Blue Team: Policy enforcement,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sz="2400" dirty="0"/>
              <a:t>Input </a:t>
            </a:r>
            <a:endParaRPr lang="en-US" sz="2400" dirty="0" smtClean="0"/>
          </a:p>
          <a:p>
            <a:pPr marL="0" indent="0" algn="ctr">
              <a:buNone/>
            </a:pPr>
            <a:endParaRPr lang="en-US" sz="2400" dirty="0" smtClean="0"/>
          </a:p>
          <a:p>
            <a:pPr marL="0" indent="0" algn="ctr">
              <a:buNone/>
            </a:pPr>
            <a:r>
              <a:rPr sz="2400" dirty="0" smtClean="0"/>
              <a:t>Dictionary </a:t>
            </a:r>
            <a:endParaRPr lang="en-US" sz="2400" dirty="0" smtClean="0"/>
          </a:p>
          <a:p>
            <a:pPr marL="0" indent="0" algn="ctr">
              <a:buNone/>
            </a:pPr>
            <a:endParaRPr lang="en-US" sz="2400" dirty="0" smtClean="0"/>
          </a:p>
          <a:p>
            <a:pPr marL="0" indent="0" algn="ctr">
              <a:buNone/>
            </a:pPr>
            <a:r>
              <a:rPr sz="2400" dirty="0" smtClean="0"/>
              <a:t>Hash </a:t>
            </a:r>
            <a:r>
              <a:rPr sz="2400" dirty="0"/>
              <a:t>Extraction </a:t>
            </a:r>
            <a:endParaRPr lang="en-US" sz="2400" dirty="0" smtClean="0"/>
          </a:p>
          <a:p>
            <a:pPr marL="0" indent="0" algn="ctr">
              <a:buNone/>
            </a:pPr>
            <a:r>
              <a:rPr sz="2400" dirty="0" smtClean="0"/>
              <a:t> </a:t>
            </a:r>
            <a:endParaRPr lang="en-US" sz="2400" dirty="0" smtClean="0"/>
          </a:p>
          <a:p>
            <a:pPr marL="0" indent="0" algn="ctr">
              <a:buNone/>
            </a:pPr>
            <a:r>
              <a:rPr sz="2400" dirty="0" smtClean="0"/>
              <a:t>Attack</a:t>
            </a:r>
            <a:endParaRPr lang="en-US" sz="2400" dirty="0" smtClean="0"/>
          </a:p>
          <a:p>
            <a:pPr marL="0" indent="0" algn="ctr">
              <a:buNone/>
            </a:pPr>
            <a:r>
              <a:rPr sz="2400" dirty="0" smtClean="0"/>
              <a:t>  </a:t>
            </a:r>
            <a:endParaRPr lang="en-US" sz="2400" dirty="0" smtClean="0"/>
          </a:p>
          <a:p>
            <a:pPr marL="0" indent="0" algn="ctr">
              <a:buNone/>
            </a:pPr>
            <a:r>
              <a:rPr sz="2400" dirty="0" smtClean="0"/>
              <a:t>Analysis</a:t>
            </a:r>
            <a:endParaRPr lang="en-US" sz="2400" dirty="0" smtClean="0"/>
          </a:p>
          <a:p>
            <a:pPr marL="0" indent="0" algn="ctr">
              <a:buNone/>
            </a:pPr>
            <a:r>
              <a:rPr sz="2400" dirty="0" smtClean="0"/>
              <a:t> </a:t>
            </a:r>
            <a:endParaRPr lang="en-US" sz="2400" dirty="0" smtClean="0"/>
          </a:p>
          <a:p>
            <a:pPr marL="0" indent="0" algn="ctr">
              <a:buNone/>
            </a:pPr>
            <a:r>
              <a:rPr sz="2400" dirty="0" smtClean="0"/>
              <a:t>Report</a:t>
            </a:r>
            <a:endParaRPr sz="2400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3505200" y="1174750"/>
            <a:ext cx="2082800" cy="45720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I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663" y="2038350"/>
            <a:ext cx="2097087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913" y="5543550"/>
            <a:ext cx="2097087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663" y="4660900"/>
            <a:ext cx="2097087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0" y="2908300"/>
            <a:ext cx="2641599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663" y="3784600"/>
            <a:ext cx="2097087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>
            <a:stCxn id="4" idx="2"/>
          </p:cNvCxnSpPr>
          <p:nvPr/>
        </p:nvCxnSpPr>
        <p:spPr bwMode="auto">
          <a:xfrm>
            <a:off x="4546600" y="1631950"/>
            <a:ext cx="0" cy="40640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</p:spPr>
      </p:cxnSp>
      <p:cxnSp>
        <p:nvCxnSpPr>
          <p:cNvPr id="14" name="Straight Arrow Connector 13"/>
          <p:cNvCxnSpPr/>
          <p:nvPr/>
        </p:nvCxnSpPr>
        <p:spPr bwMode="auto">
          <a:xfrm flipH="1">
            <a:off x="4564063" y="2508250"/>
            <a:ext cx="7144" cy="40640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</p:spPr>
      </p:cxnSp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832" y="3378200"/>
            <a:ext cx="15875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081" y="5137150"/>
            <a:ext cx="15875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225" y="4260850"/>
            <a:ext cx="158750" cy="493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Expected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Wordlist</a:t>
            </a:r>
          </a:p>
          <a:p>
            <a:r>
              <a:t> Hashes</a:t>
            </a:r>
          </a:p>
          <a:p>
            <a:r>
              <a:t> Crack time</a:t>
            </a:r>
          </a:p>
          <a:p>
            <a:r>
              <a:t> Weak password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Password security</a:t>
            </a:r>
          </a:p>
          <a:p>
            <a:r>
              <a:t> Ethical hacking</a:t>
            </a:r>
          </a:p>
          <a:p>
            <a:r>
              <a:t> Authentication auditing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Strong passwords and policies improve system security significantly.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214</Words>
  <Application>Microsoft Office PowerPoint</Application>
  <PresentationFormat>On-screen Show (4:3)</PresentationFormat>
  <Paragraphs>70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Blue Waves</vt:lpstr>
      <vt:lpstr> Password Cracking &amp; Credential Attack Suite</vt:lpstr>
      <vt:lpstr>Project Overview</vt:lpstr>
      <vt:lpstr>Practical Motivation</vt:lpstr>
      <vt:lpstr>Project Objectives</vt:lpstr>
      <vt:lpstr>Project Scope</vt:lpstr>
      <vt:lpstr>Dictionary Generator</vt:lpstr>
      <vt:lpstr>Hash Extraction Module</vt:lpstr>
      <vt:lpstr>Brute Force Simulator</vt:lpstr>
      <vt:lpstr>Password Strength Analyzer</vt:lpstr>
      <vt:lpstr>Report Generation</vt:lpstr>
      <vt:lpstr>Tools &amp; Technologies</vt:lpstr>
      <vt:lpstr>Techniques Used</vt:lpstr>
      <vt:lpstr>Workflow</vt:lpstr>
      <vt:lpstr>Expected Outputs</vt:lpstr>
      <vt:lpstr>Learning Outcomes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Password Cracking &amp; Credential Attack Suite</dc:title>
  <dc:creator/>
  <dc:description>generated using python-pptx</dc:description>
  <cp:lastModifiedBy>Admin</cp:lastModifiedBy>
  <cp:revision>6</cp:revision>
  <dcterms:created xsi:type="dcterms:W3CDTF">2013-01-27T09:14:00Z</dcterms:created>
  <dcterms:modified xsi:type="dcterms:W3CDTF">2026-04-04T04:45:52Z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0DD51EB3E39141B8BB0B60C0CCE936F8_12</vt:lpwstr>
  </property>
  <property fmtid="{D5CDD505-2E9C-101B-9397-08002B2CF9AE}" pid="3" name="KSOProductBuildVer">
    <vt:lpwstr>1033-12.2.0.23196</vt:lpwstr>
  </property>
</Properties>
</file>